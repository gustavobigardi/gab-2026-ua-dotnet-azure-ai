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58" r:id="rId4"/>
    <p:sldId id="274" r:id="rId5"/>
    <p:sldId id="259" r:id="rId6"/>
    <p:sldId id="267" r:id="rId7"/>
    <p:sldId id="271" r:id="rId8"/>
    <p:sldId id="272" r:id="rId9"/>
    <p:sldId id="273" r:id="rId10"/>
    <p:sldId id="262" r:id="rId11"/>
    <p:sldId id="263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5" autoAdjust="0"/>
    <p:restoredTop sz="94711"/>
  </p:normalViewPr>
  <p:slideViewPr>
    <p:cSldViewPr snapToGrid="0">
      <p:cViewPr varScale="1">
        <p:scale>
          <a:sx n="116" d="100"/>
          <a:sy n="116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859FAC-2128-2FEC-F310-9B3039E11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9E31E64-201F-15B9-3EE7-1563F7AB2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FA5A41-8F56-F3C0-852A-964A3049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F3A035-BEA5-C9D8-7501-5A381249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1FF4E-1889-AFE1-B62F-9F598541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480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4DA3B4-0F84-E0E3-9E6B-2ABD1CBD3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B8CA84-75FE-3404-5305-75D348E0BA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599BC3-81B1-E25E-FD0D-0613A615D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2F496D-82CB-E79D-F8E9-DC4B3FBD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A6A0B9-8BD8-F4FD-41FD-CC9C9CEBE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331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31C7F-33B5-817D-2AB8-B2E3843D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AED9CE-0104-BBEF-BFB5-07B68C3AF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375154-8C6F-EEC9-12BD-991B433CF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DDE09A-7382-1D3B-3E0C-DC4BC086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CEE557-D149-6EE1-19EC-243D2E5B4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9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4EA69-C436-20EE-6BA0-575EEB74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CEE845-2934-AFFC-2177-BED2DC171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EFD7BD-6031-55FE-9DC8-D0485BA7F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8AD26F-5A21-371A-4249-0C30E22BC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D3D338-30E3-92F4-1F7E-103372BE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C5C070E-417E-9B36-3BB7-5D10AD85D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839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29E3CB-6F6F-38B5-E11D-EA3345069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5AA9D92-D509-E35D-1B6F-5B2B81F92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D072D89-397E-DCCB-17F2-A1A40471F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8CD5D7D-B042-174E-4FCA-60D22E379F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B7D906-B234-D623-8AA0-0C509F131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11ADDC-8BC8-0036-1E9F-CC49F44F4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558290F-4EE7-5E9C-F725-87798CC3F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4DDD1DE-9D97-167B-68B3-FCB9B2E0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713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B339C-565A-7B56-18FD-53CC21D81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904F350-AB2C-8592-75CA-1D6AC14F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DEB613-DF0F-F66C-D58D-B8937FB3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FBF6FC-6F9D-CC8B-67FF-3C8C0C057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442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D203F2-0CF4-179D-351F-2FE93BCEC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13BB14A-6C95-2A58-062D-0BAA4F66A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B76D87-0945-9AFB-94CE-E4B513FB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650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C1C5A1-8200-5035-9399-31FE2322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FBD318-6CA0-CAFE-5936-04B0095F1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96EC53-14A5-8B05-C00A-DBE1AD78F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2F5CD2-489B-1417-2FFC-3B8E7404B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07028D3-783D-E8AC-DA61-7A04592F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AC2A996-9589-329D-1C74-B474AFC02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63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E1265-E1B4-FCEB-CA51-C64C51DE1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58CE9D4-EE67-BAA6-645B-22723BED3A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75E581-6F62-D9DB-121C-120A9F91B5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CA4F365-2208-DC4D-9F07-C326AC88B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DBB914-25C2-C382-DEBC-2E78C3BA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01BE3F-F613-6D4E-B0A4-AE03E668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335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1632A-51AB-3B11-457E-D70D9E745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30AA5C-CF9D-6E30-3CF1-066FBA0091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8DD63F-D68C-530F-035E-8F352033B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E00351A-AAB9-42F2-5A84-E42795C2E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FE2AF-6A6A-21A5-C7FE-E71E98EE6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4696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AD9AAC1-360B-A984-F85A-F92B830C7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C8742D-71A8-3E8F-27F3-542184A76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18D32C-96F5-A4AE-8654-AA62BE534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766A0-F68A-2166-46A5-7A8A936ED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456360E-652A-0505-C50F-B5BBF2908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500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972CB3B-D793-8C09-93A3-D69A22D0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B5041A-5EA7-ED8A-CCB2-4EDE19DC5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598DEF-54AE-BBDF-97D4-C434CBCE9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01FD4-62CE-451A-B38E-2E03EA652893}" type="datetimeFigureOut">
              <a:rPr lang="pt-BR" smtClean="0"/>
              <a:t>17/04/2026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F93833-13A8-3BB9-1237-B3889717B7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72CFB-E5F7-6B05-DC45-1A2536D8BF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A3D85-D8D0-41D9-B738-2CA8036832D6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8387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6939D-CF82-C3A4-501C-8FE0CC0C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40858BC-5793-4132-FACD-94A4F5826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017" y="0"/>
            <a:ext cx="13094033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D97B7ED-2DAB-D8DB-A49B-213BFC855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186" y="1633507"/>
            <a:ext cx="7009626" cy="60651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B449A33-FCC8-C169-14DE-6529FBC87F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704" y="2738744"/>
            <a:ext cx="3528590" cy="272051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7251A4E-9902-9A53-AD20-1A414EC005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812" y="4908127"/>
            <a:ext cx="2441517" cy="244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55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B0085-D6B4-44A9-3371-B74E9BB73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C9F0511-16B5-BA24-7097-E29547B648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017" y="0"/>
            <a:ext cx="13094033" cy="6858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624B379-183C-17F8-62F1-DED0D39F05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185" y="997986"/>
            <a:ext cx="7009626" cy="60651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0980C4F-AB3E-8E47-17D0-18C862112A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8903" y="5378754"/>
            <a:ext cx="1678895" cy="129441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76BD778-A583-077C-1D80-92659616E8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6749" y="4805204"/>
            <a:ext cx="2441517" cy="2441517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51748656-3AC3-28AF-1FAB-9D741150F590}"/>
              </a:ext>
            </a:extLst>
          </p:cNvPr>
          <p:cNvSpPr txBox="1"/>
          <p:nvPr/>
        </p:nvSpPr>
        <p:spPr>
          <a:xfrm>
            <a:off x="3124201" y="2828835"/>
            <a:ext cx="5943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Criando seu primeiro AI Agent com Azure OpenAI</a:t>
            </a:r>
          </a:p>
        </p:txBody>
      </p:sp>
    </p:spTree>
    <p:extLst>
      <p:ext uri="{BB962C8B-B14F-4D97-AF65-F5344CB8AC3E}">
        <p14:creationId xmlns:p14="http://schemas.microsoft.com/office/powerpoint/2010/main" val="3292736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F413F-123F-C3D2-35AD-6E2210908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E468770-2DA2-304C-578F-C56195E5A0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017" y="0"/>
            <a:ext cx="13094033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2CC14B98-7742-95C9-AAFE-5D1B5B760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BAEDF51-793C-E9AD-4BB8-74D131036F66}"/>
              </a:ext>
            </a:extLst>
          </p:cNvPr>
          <p:cNvSpPr txBox="1"/>
          <p:nvPr/>
        </p:nvSpPr>
        <p:spPr>
          <a:xfrm>
            <a:off x="348342" y="4259719"/>
            <a:ext cx="402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Gustavo Bigardi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CB97F8-9DFD-B3B7-D5CD-A2F24B0E0C36}"/>
              </a:ext>
            </a:extLst>
          </p:cNvPr>
          <p:cNvSpPr txBox="1"/>
          <p:nvPr/>
        </p:nvSpPr>
        <p:spPr>
          <a:xfrm>
            <a:off x="348342" y="5043472"/>
            <a:ext cx="4027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CTO @ </a:t>
            </a:r>
            <a:r>
              <a:rPr lang="pt-BR" sz="2800" b="1" dirty="0" err="1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Clarus</a:t>
            </a:r>
            <a:r>
              <a:rPr lang="pt-BR" sz="28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 IT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6ABED860-0A04-B70F-79EC-D473DC2CE706}"/>
              </a:ext>
            </a:extLst>
          </p:cNvPr>
          <p:cNvSpPr/>
          <p:nvPr/>
        </p:nvSpPr>
        <p:spPr>
          <a:xfrm>
            <a:off x="974270" y="1291308"/>
            <a:ext cx="2775857" cy="2710543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B21269F-B3E1-9FE4-487F-A503ADE9E4FC}"/>
              </a:ext>
            </a:extLst>
          </p:cNvPr>
          <p:cNvSpPr txBox="1"/>
          <p:nvPr/>
        </p:nvSpPr>
        <p:spPr>
          <a:xfrm>
            <a:off x="5682342" y="1740839"/>
            <a:ext cx="576753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 err="1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Bio</a:t>
            </a:r>
            <a:endParaRPr lang="pt-BR" sz="2800" b="1" dirty="0">
              <a:solidFill>
                <a:schemeClr val="bg1"/>
              </a:solidFill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pPr algn="just"/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6x Microsoft MVP. Trabalho com .NET, </a:t>
            </a:r>
            <a:r>
              <a:rPr lang="pt-BR" sz="2800" dirty="0" err="1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Node.js</a:t>
            </a: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, Azure e AI no dia a dia, sempre buscando formas de resolver problemas complexos com tecnologia.</a:t>
            </a:r>
          </a:p>
          <a:p>
            <a:pPr algn="just"/>
            <a:endParaRPr lang="pt-BR" sz="2800" dirty="0">
              <a:solidFill>
                <a:schemeClr val="bg1"/>
              </a:solidFill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pPr algn="just"/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https://</a:t>
            </a:r>
            <a:r>
              <a:rPr lang="pt-BR" sz="2800" dirty="0" err="1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about.me</a:t>
            </a: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/</a:t>
            </a:r>
            <a:r>
              <a:rPr lang="pt-BR" sz="2800" dirty="0" err="1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gbbigardi</a:t>
            </a:r>
            <a:endParaRPr lang="pt-BR" sz="2800" dirty="0">
              <a:solidFill>
                <a:schemeClr val="bg1"/>
              </a:solidFill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426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B475D-E4AE-2731-C10E-28B4B90F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B154F248-2BE0-60E7-B337-A2BA3B619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6079" y="-176646"/>
            <a:ext cx="13309095" cy="88727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73AFB7B-FF6C-4254-C063-7464C9436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59502E6-EFA8-6600-1EDE-1374560CAF63}"/>
              </a:ext>
            </a:extLst>
          </p:cNvPr>
          <p:cNvSpPr txBox="1"/>
          <p:nvPr/>
        </p:nvSpPr>
        <p:spPr>
          <a:xfrm>
            <a:off x="348342" y="4259719"/>
            <a:ext cx="402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Marcio Nizzola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3AACA4E-9EF4-1543-530C-01BFECD64DF4}"/>
              </a:ext>
            </a:extLst>
          </p:cNvPr>
          <p:cNvSpPr txBox="1"/>
          <p:nvPr/>
        </p:nvSpPr>
        <p:spPr>
          <a:xfrm>
            <a:off x="348341" y="5043472"/>
            <a:ext cx="46753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Principal Architect @ CI&amp;T</a:t>
            </a: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A3B539D4-499F-54DF-3E91-90EA4B76938C}"/>
              </a:ext>
            </a:extLst>
          </p:cNvPr>
          <p:cNvSpPr/>
          <p:nvPr/>
        </p:nvSpPr>
        <p:spPr>
          <a:xfrm>
            <a:off x="974270" y="1291308"/>
            <a:ext cx="2775857" cy="2710543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\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D7C127F-167C-C39C-3A8B-BD1FD86912AC}"/>
              </a:ext>
            </a:extLst>
          </p:cNvPr>
          <p:cNvSpPr txBox="1"/>
          <p:nvPr/>
        </p:nvSpPr>
        <p:spPr>
          <a:xfrm>
            <a:off x="5497418" y="1581815"/>
            <a:ext cx="600419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Bio</a:t>
            </a:r>
            <a:endParaRPr lang="pt-BR" sz="2800" b="1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pPr algn="just"/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Principal Architect na CI&amp;T, Professor na Etec de Itu, Microsoft MVP </a:t>
            </a:r>
            <a:r>
              <a:rPr lang="pt-BR" sz="2800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Developers</a:t>
            </a:r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 Technologies 2022-2026, atuando com .NET, Azure e IA.</a:t>
            </a:r>
          </a:p>
          <a:p>
            <a:pPr algn="just"/>
            <a:endParaRPr lang="pt-BR" sz="2800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pPr algn="just"/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https://</a:t>
            </a:r>
            <a:r>
              <a:rPr lang="pt-BR" sz="2800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www.linkedin.com</a:t>
            </a:r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/in/</a:t>
            </a:r>
            <a:r>
              <a:rPr lang="pt-BR" sz="2800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nizzola</a:t>
            </a:r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777536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13BEF-7352-07B8-305F-972CD9F6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50B2F12-6A2E-8A8C-E5F9-FCE39EB9D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251" y="0"/>
            <a:ext cx="13094033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ACDCE24-0D65-079A-87A2-6822D3FC20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5B02309-2C12-5019-658C-0C7C2D5B37F0}"/>
              </a:ext>
            </a:extLst>
          </p:cNvPr>
          <p:cNvSpPr txBox="1"/>
          <p:nvPr/>
        </p:nvSpPr>
        <p:spPr>
          <a:xfrm>
            <a:off x="283026" y="2812920"/>
            <a:ext cx="2906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Agenda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8FB6233-8C6F-41D0-CFE5-BC4FFBBBDB39}"/>
              </a:ext>
            </a:extLst>
          </p:cNvPr>
          <p:cNvSpPr txBox="1"/>
          <p:nvPr/>
        </p:nvSpPr>
        <p:spPr>
          <a:xfrm>
            <a:off x="4505739" y="2012700"/>
            <a:ext cx="68778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Tópicos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Abertura e alinhamento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Demo do projeto pronto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Visão da arquitetura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Setup Azure e configuração local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Hands-on guiado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Testes e refinamento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Fechamento e próximos passos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>
              <a:solidFill>
                <a:schemeClr val="bg1"/>
              </a:solidFill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816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0D650-39DD-719F-F056-1A205067A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5DF8AC0-62AD-360D-7ED4-BAB0DFBEE5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8548" y="-163394"/>
            <a:ext cx="13309095" cy="88727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411A6F4-B580-20DF-2994-EB97F0ACC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A3477B6-D24F-5CE9-D161-C6ABBCDFE646}"/>
              </a:ext>
            </a:extLst>
          </p:cNvPr>
          <p:cNvSpPr txBox="1"/>
          <p:nvPr/>
        </p:nvSpPr>
        <p:spPr>
          <a:xfrm>
            <a:off x="484742" y="2217914"/>
            <a:ext cx="1075246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3600" b="1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Hoje a ideia é sair do conceito e montar algo real: uma aplicação web .NET que usa Azure OpenAI como agente de atendimento. Ela não vai só responder texto — vai decidir quando consultar informações e quando executar uma ação.</a:t>
            </a:r>
          </a:p>
          <a:p>
            <a:pPr algn="just"/>
            <a:endParaRPr lang="pt-BR" sz="3600" b="1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21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48DBA-DFE2-E7E9-D905-1B56A8BEF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1B7FCD6-B69B-DE1B-B210-EEDE1C87C6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017" y="0"/>
            <a:ext cx="13094033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46D7264-5349-40A6-55AC-17F29E5972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85E1EFF-07CC-D4FF-13B8-6249EACF8D30}"/>
              </a:ext>
            </a:extLst>
          </p:cNvPr>
          <p:cNvSpPr txBox="1"/>
          <p:nvPr/>
        </p:nvSpPr>
        <p:spPr>
          <a:xfrm>
            <a:off x="841623" y="3105834"/>
            <a:ext cx="672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Demo!</a:t>
            </a:r>
          </a:p>
        </p:txBody>
      </p:sp>
    </p:spTree>
    <p:extLst>
      <p:ext uri="{BB962C8B-B14F-4D97-AF65-F5344CB8AC3E}">
        <p14:creationId xmlns:p14="http://schemas.microsoft.com/office/powerpoint/2010/main" val="3831457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4E63-39AA-D064-BC55-95B0641F8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072288D-707C-CABE-0F18-0CAF790CA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8548" y="-163394"/>
            <a:ext cx="13309095" cy="88727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E79D509-E6E9-8875-079A-40E4D51526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466048D-265F-0F67-C4CF-56D244B37D16}"/>
              </a:ext>
            </a:extLst>
          </p:cNvPr>
          <p:cNvSpPr txBox="1"/>
          <p:nvPr/>
        </p:nvSpPr>
        <p:spPr>
          <a:xfrm>
            <a:off x="747311" y="2115239"/>
            <a:ext cx="1069737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000" b="0" i="0" dirty="0" err="1">
                <a:effectLst/>
                <a:latin typeface="MesloLGL Nerd Font Mono" panose="020B0609030804020204" pitchFamily="49" charset="0"/>
              </a:rPr>
              <a:t>Usuário</a:t>
            </a: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─▶ Razor Page ─▶ </a:t>
            </a:r>
            <a:r>
              <a:rPr lang="en-US" sz="2000" b="0" i="0" dirty="0" err="1">
                <a:effectLst/>
                <a:latin typeface="MesloLGL Nerd Font Mono" panose="020B0609030804020204" pitchFamily="49" charset="0"/>
              </a:rPr>
              <a:t>AgentService</a:t>
            </a: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─▶ Azure OpenAI (</a:t>
            </a:r>
            <a:r>
              <a:rPr lang="en-US" sz="2000" b="0" i="0" dirty="0" err="1">
                <a:effectLst/>
                <a:latin typeface="MesloLGL Nerd Font Mono" panose="020B0609030804020204" pitchFamily="49" charset="0"/>
              </a:rPr>
              <a:t>modelo</a:t>
            </a: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)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                            │             │</a:t>
            </a:r>
          </a:p>
          <a:p>
            <a:pPr algn="l">
              <a:buNone/>
            </a:pP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                            │             └─▶ decide chamar tools</a:t>
            </a:r>
          </a:p>
          <a:p>
            <a:r>
              <a:rPr lang="en-US" sz="2000" dirty="0">
                <a:latin typeface="MesloLGL Nerd Font Mono" panose="020B0609030804020204" pitchFamily="49" charset="0"/>
              </a:rPr>
              <a:t>                             │</a:t>
            </a:r>
            <a:endParaRPr lang="en-US" sz="2000" b="0" i="0" dirty="0">
              <a:effectLst/>
              <a:latin typeface="MesloLGL Nerd Font Mono" panose="020B0609030804020204" pitchFamily="49" charset="0"/>
            </a:endParaRPr>
          </a:p>
          <a:p>
            <a:pPr algn="l">
              <a:buNone/>
            </a:pP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                            └─▶ Tool: </a:t>
            </a:r>
            <a:r>
              <a:rPr lang="en-US" sz="2000" b="0" i="0" dirty="0" err="1">
                <a:effectLst/>
                <a:latin typeface="MesloLGL Nerd Font Mono" panose="020B0609030804020204" pitchFamily="49" charset="0"/>
              </a:rPr>
              <a:t>KnowledgeBase</a:t>
            </a: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(JSON local)</a:t>
            </a:r>
          </a:p>
          <a:p>
            <a:r>
              <a:rPr lang="en-US" sz="2000" dirty="0">
                <a:latin typeface="MesloLGL Nerd Font Mono" panose="020B0609030804020204" pitchFamily="49" charset="0"/>
              </a:rPr>
              <a:t>                             │</a:t>
            </a:r>
            <a:endParaRPr lang="en-US" sz="2000" b="0" i="0" dirty="0">
              <a:effectLst/>
              <a:latin typeface="MesloLGL Nerd Font Mono" panose="020B0609030804020204" pitchFamily="49" charset="0"/>
            </a:endParaRPr>
          </a:p>
          <a:p>
            <a:pPr algn="l">
              <a:buNone/>
            </a:pP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                            └─▶ Tool: Ticket (</a:t>
            </a:r>
            <a:r>
              <a:rPr lang="en-US" sz="2000" b="0" i="0" dirty="0" err="1">
                <a:effectLst/>
                <a:latin typeface="MesloLGL Nerd Font Mono" panose="020B0609030804020204" pitchFamily="49" charset="0"/>
              </a:rPr>
              <a:t>simulado</a:t>
            </a: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</a:t>
            </a:r>
            <a:r>
              <a:rPr lang="en-US" sz="2000" b="0" i="0" dirty="0" err="1">
                <a:effectLst/>
                <a:latin typeface="MesloLGL Nerd Font Mono" panose="020B0609030804020204" pitchFamily="49" charset="0"/>
              </a:rPr>
              <a:t>em</a:t>
            </a: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 </a:t>
            </a:r>
            <a:r>
              <a:rPr lang="en-US" sz="2000" b="0" i="0" dirty="0" err="1">
                <a:effectLst/>
                <a:latin typeface="MesloLGL Nerd Font Mono" panose="020B0609030804020204" pitchFamily="49" charset="0"/>
              </a:rPr>
              <a:t>memória</a:t>
            </a:r>
            <a:r>
              <a:rPr lang="en-US" sz="2000" b="0" i="0" dirty="0">
                <a:effectLst/>
                <a:latin typeface="MesloLGL Nerd Font Mono" panose="020B0609030804020204" pitchFamily="49" charset="0"/>
              </a:rPr>
              <a:t>)</a:t>
            </a:r>
            <a:endParaRPr lang="en-US" sz="2000" b="0" i="0" dirty="0"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120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45C37-EBB4-EB9A-56A7-2E84A4418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A4028685-EE1B-43CE-E1D1-0238E4239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58548" y="286439"/>
            <a:ext cx="13309095" cy="88727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548993A-6876-CF20-93BC-7582530960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E6914D10-CD3A-DB53-0B77-76BEA8A4FB79}"/>
              </a:ext>
            </a:extLst>
          </p:cNvPr>
          <p:cNvSpPr txBox="1"/>
          <p:nvPr/>
        </p:nvSpPr>
        <p:spPr>
          <a:xfrm>
            <a:off x="954357" y="1215614"/>
            <a:ext cx="672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Repositório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76CCA45-8EF8-E193-02C7-55AE5C03E76A}"/>
              </a:ext>
            </a:extLst>
          </p:cNvPr>
          <p:cNvSpPr txBox="1"/>
          <p:nvPr/>
        </p:nvSpPr>
        <p:spPr>
          <a:xfrm>
            <a:off x="539823" y="2256072"/>
            <a:ext cx="1058721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https://</a:t>
            </a:r>
            <a:r>
              <a:rPr lang="pt-BR" sz="2800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github.com</a:t>
            </a:r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/</a:t>
            </a:r>
            <a:r>
              <a:rPr lang="pt-BR" sz="2800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gustavobigardi</a:t>
            </a:r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/gab-2026-ua-dotnet-azure-ai</a:t>
            </a:r>
            <a:br>
              <a:rPr lang="pt-BR" sz="2800" b="1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</a:br>
            <a:endParaRPr lang="pt-BR" sz="2800" b="1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r>
              <a:rPr lang="pt-BR" sz="2800" b="1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Branch </a:t>
            </a:r>
            <a:r>
              <a:rPr lang="pt-BR" sz="2800" b="1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boilerplate</a:t>
            </a:r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: </a:t>
            </a:r>
            <a:r>
              <a:rPr lang="pt-BR" sz="2800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main</a:t>
            </a:r>
            <a:endParaRPr lang="pt-BR" sz="2800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endParaRPr lang="pt-BR" sz="2800" b="1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r>
              <a:rPr lang="pt-BR" sz="2800" b="1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Branch com a demo pronta</a:t>
            </a:r>
            <a:r>
              <a:rPr lang="pt-BR" sz="2800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: demo-finalizada</a:t>
            </a:r>
          </a:p>
          <a:p>
            <a:endParaRPr lang="pt-BR" sz="2800" b="1" i="1" u="sng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  <a:p>
            <a:r>
              <a:rPr lang="pt-BR" sz="2800" b="1" i="1" u="sng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Detalhes do </a:t>
            </a:r>
            <a:r>
              <a:rPr lang="pt-BR" sz="2800" b="1" i="1" u="sng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lab</a:t>
            </a:r>
            <a:r>
              <a:rPr lang="pt-BR" sz="2800" b="1" i="1" u="sng" dirty="0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 no </a:t>
            </a:r>
            <a:r>
              <a:rPr lang="pt-BR" sz="2800" b="1" i="1" u="sng" dirty="0" err="1">
                <a:latin typeface="Microsoft New Tai Lue" panose="020B0502040204020203" pitchFamily="34" charset="0"/>
                <a:cs typeface="Microsoft New Tai Lue" panose="020B0502040204020203" pitchFamily="34" charset="0"/>
              </a:rPr>
              <a:t>README.md</a:t>
            </a:r>
            <a:endParaRPr lang="pt-BR" sz="2800" b="1" i="1" u="sng" dirty="0">
              <a:latin typeface="Microsoft New Tai Lue" panose="020B0502040204020203" pitchFamily="34" charset="0"/>
              <a:cs typeface="Microsoft New Tai Lue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14E7E-FD05-5C6C-773C-8A48528CC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221" y="3235221"/>
            <a:ext cx="3622779" cy="362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26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FFA32-E17F-C24F-0A0B-B7E8DD367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1B73F9-F62A-AC7A-2971-62EB872934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017" y="0"/>
            <a:ext cx="13094033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B736CA01-6F69-FD06-0CD2-7EC3954FFA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C5352554-C7C6-0EE3-E5E8-40CB964C73C3}"/>
              </a:ext>
            </a:extLst>
          </p:cNvPr>
          <p:cNvSpPr txBox="1"/>
          <p:nvPr/>
        </p:nvSpPr>
        <p:spPr>
          <a:xfrm>
            <a:off x="468220" y="3105834"/>
            <a:ext cx="67273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Dúvidas</a:t>
            </a:r>
          </a:p>
        </p:txBody>
      </p:sp>
    </p:spTree>
    <p:extLst>
      <p:ext uri="{BB962C8B-B14F-4D97-AF65-F5344CB8AC3E}">
        <p14:creationId xmlns:p14="http://schemas.microsoft.com/office/powerpoint/2010/main" val="649326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E718C-3389-3C00-8D73-6E73BD02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A729967-57F2-6F09-1E60-C77B76472B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1017" y="0"/>
            <a:ext cx="13094033" cy="6858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F742B48-2DD5-8644-C154-A26F1D892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23" y="468086"/>
            <a:ext cx="1678895" cy="1294415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8CFC34A6-C130-5C40-7EC9-9A93C6538DC5}"/>
              </a:ext>
            </a:extLst>
          </p:cNvPr>
          <p:cNvSpPr txBox="1"/>
          <p:nvPr/>
        </p:nvSpPr>
        <p:spPr>
          <a:xfrm>
            <a:off x="468220" y="3105834"/>
            <a:ext cx="67273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Obrigado(a)</a:t>
            </a:r>
            <a:br>
              <a:rPr lang="pt-BR" sz="3600" b="1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</a:br>
            <a:r>
              <a:rPr lang="pt-BR" sz="2800" dirty="0">
                <a:solidFill>
                  <a:schemeClr val="bg1"/>
                </a:solidFill>
                <a:latin typeface="Microsoft New Tai Lue" panose="020B0502040204020203" pitchFamily="34" charset="0"/>
                <a:cs typeface="Microsoft New Tai Lue" panose="020B0502040204020203" pitchFamily="34" charset="0"/>
              </a:rPr>
              <a:t>Gustavo Bigardi &amp; Marcio Nizzola</a:t>
            </a:r>
          </a:p>
        </p:txBody>
      </p:sp>
    </p:spTree>
    <p:extLst>
      <p:ext uri="{BB962C8B-B14F-4D97-AF65-F5344CB8AC3E}">
        <p14:creationId xmlns:p14="http://schemas.microsoft.com/office/powerpoint/2010/main" val="6099924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259</Words>
  <Application>Microsoft Macintosh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MesloLGL Nerd Font Mono</vt:lpstr>
      <vt:lpstr>Microsoft New Tai Lue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Peixoto</dc:creator>
  <cp:lastModifiedBy>Gustavo Bellini Bigardi</cp:lastModifiedBy>
  <cp:revision>8</cp:revision>
  <dcterms:created xsi:type="dcterms:W3CDTF">2026-04-13T14:21:33Z</dcterms:created>
  <dcterms:modified xsi:type="dcterms:W3CDTF">2026-04-17T19:33:19Z</dcterms:modified>
</cp:coreProperties>
</file>